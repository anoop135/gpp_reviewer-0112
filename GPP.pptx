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7" r:id="rId5"/>
    <p:sldId id="266" r:id="rId6"/>
    <p:sldId id="265" r:id="rId7"/>
    <p:sldId id="264" r:id="rId8"/>
    <p:sldId id="263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9E603-5861-4FF0-B968-FDF1F477D4AC}" v="246" dt="2026-08-05T18:46:16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oop garige" userId="012cbd856a36579b" providerId="LiveId" clId="{CF7305FE-191B-453B-A759-92CF5F462073}"/>
    <pc:docChg chg="undo custSel modSld modMainMaster">
      <pc:chgData name="anoop garige" userId="012cbd856a36579b" providerId="LiveId" clId="{CF7305FE-191B-453B-A759-92CF5F462073}" dt="2026-08-05T18:48:23.026" v="841" actId="20577"/>
      <pc:docMkLst>
        <pc:docMk/>
      </pc:docMkLst>
      <pc:sldChg chg="modSp setBg">
        <pc:chgData name="anoop garige" userId="012cbd856a36579b" providerId="LiveId" clId="{CF7305FE-191B-453B-A759-92CF5F462073}" dt="2026-08-05T18:43:45.315" v="827"/>
        <pc:sldMkLst>
          <pc:docMk/>
          <pc:sldMk cId="3880277021" sldId="256"/>
        </pc:sldMkLst>
        <pc:picChg chg="mod">
          <ac:chgData name="anoop garige" userId="012cbd856a36579b" providerId="LiveId" clId="{CF7305FE-191B-453B-A759-92CF5F462073}" dt="2026-08-05T18:43:45.315" v="827"/>
          <ac:picMkLst>
            <pc:docMk/>
            <pc:sldMk cId="3880277021" sldId="256"/>
            <ac:picMk id="4" creationId="{177025F6-14AD-6589-F771-12B26D949740}"/>
          </ac:picMkLst>
        </pc:picChg>
      </pc:sldChg>
      <pc:sldChg chg="modSp mod setBg">
        <pc:chgData name="anoop garige" userId="012cbd856a36579b" providerId="LiveId" clId="{CF7305FE-191B-453B-A759-92CF5F462073}" dt="2026-08-05T18:48:23.026" v="841" actId="20577"/>
        <pc:sldMkLst>
          <pc:docMk/>
          <pc:sldMk cId="261674414" sldId="257"/>
        </pc:sldMkLst>
        <pc:spChg chg="mod">
          <ac:chgData name="anoop garige" userId="012cbd856a36579b" providerId="LiveId" clId="{CF7305FE-191B-453B-A759-92CF5F462073}" dt="2026-08-04T15:54:59.546" v="221" actId="113"/>
          <ac:spMkLst>
            <pc:docMk/>
            <pc:sldMk cId="261674414" sldId="257"/>
            <ac:spMk id="2" creationId="{4341782F-A28D-6E6F-D6F5-A95ABDE6E8DF}"/>
          </ac:spMkLst>
        </pc:spChg>
        <pc:spChg chg="mod">
          <ac:chgData name="anoop garige" userId="012cbd856a36579b" providerId="LiveId" clId="{CF7305FE-191B-453B-A759-92CF5F462073}" dt="2026-08-05T18:48:23.026" v="841" actId="20577"/>
          <ac:spMkLst>
            <pc:docMk/>
            <pc:sldMk cId="261674414" sldId="257"/>
            <ac:spMk id="5" creationId="{C5053C0F-A1ED-1763-81B1-F015D85507CB}"/>
          </ac:spMkLst>
        </pc:spChg>
        <pc:picChg chg="mod">
          <ac:chgData name="anoop garige" userId="012cbd856a36579b" providerId="LiveId" clId="{CF7305FE-191B-453B-A759-92CF5F462073}" dt="2026-08-05T18:44:35.018" v="830"/>
          <ac:picMkLst>
            <pc:docMk/>
            <pc:sldMk cId="261674414" sldId="257"/>
            <ac:picMk id="4" creationId="{78FF0089-0722-FE4E-0824-7447F5E4CCB9}"/>
          </ac:picMkLst>
        </pc:picChg>
      </pc:sldChg>
      <pc:sldChg chg="modSp mod setBg">
        <pc:chgData name="anoop garige" userId="012cbd856a36579b" providerId="LiveId" clId="{CF7305FE-191B-453B-A759-92CF5F462073}" dt="2026-08-05T18:45:03.249" v="831"/>
        <pc:sldMkLst>
          <pc:docMk/>
          <pc:sldMk cId="5038926" sldId="258"/>
        </pc:sldMkLst>
        <pc:spChg chg="mod">
          <ac:chgData name="anoop garige" userId="012cbd856a36579b" providerId="LiveId" clId="{CF7305FE-191B-453B-A759-92CF5F462073}" dt="2026-08-05T14:34:37.276" v="625" actId="12"/>
          <ac:spMkLst>
            <pc:docMk/>
            <pc:sldMk cId="5038926" sldId="258"/>
            <ac:spMk id="3" creationId="{0CE47717-BC0F-13A7-F7E9-24752F5388F7}"/>
          </ac:spMkLst>
        </pc:spChg>
        <pc:spChg chg="mod">
          <ac:chgData name="anoop garige" userId="012cbd856a36579b" providerId="LiveId" clId="{CF7305FE-191B-453B-A759-92CF5F462073}" dt="2026-08-05T14:42:26.128" v="649" actId="1076"/>
          <ac:spMkLst>
            <pc:docMk/>
            <pc:sldMk cId="5038926" sldId="258"/>
            <ac:spMk id="5" creationId="{02B3605C-526E-7187-938C-FE2EA1926603}"/>
          </ac:spMkLst>
        </pc:spChg>
        <pc:picChg chg="mod">
          <ac:chgData name="anoop garige" userId="012cbd856a36579b" providerId="LiveId" clId="{CF7305FE-191B-453B-A759-92CF5F462073}" dt="2026-08-05T18:45:03.249" v="831"/>
          <ac:picMkLst>
            <pc:docMk/>
            <pc:sldMk cId="5038926" sldId="258"/>
            <ac:picMk id="4" creationId="{9AFA441C-3020-256F-1AC4-6A78B2602AF1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5:55.794" v="837"/>
        <pc:sldMkLst>
          <pc:docMk/>
          <pc:sldMk cId="2849703120" sldId="259"/>
        </pc:sldMkLst>
        <pc:spChg chg="del mod ord">
          <ac:chgData name="anoop garige" userId="012cbd856a36579b" providerId="LiveId" clId="{CF7305FE-191B-453B-A759-92CF5F462073}" dt="2026-08-04T15:28:03.554" v="17" actId="700"/>
          <ac:spMkLst>
            <pc:docMk/>
            <pc:sldMk cId="2849703120" sldId="259"/>
            <ac:spMk id="2" creationId="{319A632C-6929-0881-5C3C-8C8F9A067984}"/>
          </ac:spMkLst>
        </pc:spChg>
        <pc:spChg chg="mod ord">
          <ac:chgData name="anoop garige" userId="012cbd856a36579b" providerId="LiveId" clId="{CF7305FE-191B-453B-A759-92CF5F462073}" dt="2026-08-05T15:08:47.107" v="686" actId="20577"/>
          <ac:spMkLst>
            <pc:docMk/>
            <pc:sldMk cId="2849703120" sldId="259"/>
            <ac:spMk id="3" creationId="{1361A616-5F96-0985-48A6-3FD77265E95E}"/>
          </ac:spMkLst>
        </pc:spChg>
        <pc:spChg chg="add mod ord">
          <ac:chgData name="anoop garige" userId="012cbd856a36579b" providerId="LiveId" clId="{CF7305FE-191B-453B-A759-92CF5F462073}" dt="2026-08-04T15:40:40.796" v="118" actId="20577"/>
          <ac:spMkLst>
            <pc:docMk/>
            <pc:sldMk cId="2849703120" sldId="259"/>
            <ac:spMk id="5" creationId="{AE0A9FC6-72EF-BFEB-5F16-790D404D0513}"/>
          </ac:spMkLst>
        </pc:spChg>
        <pc:spChg chg="add del">
          <ac:chgData name="anoop garige" userId="012cbd856a36579b" providerId="LiveId" clId="{CF7305FE-191B-453B-A759-92CF5F462073}" dt="2026-08-04T15:40:22.192" v="87" actId="21"/>
          <ac:spMkLst>
            <pc:docMk/>
            <pc:sldMk cId="2849703120" sldId="259"/>
            <ac:spMk id="7" creationId="{B3063FB2-6914-0C81-A48A-144E873C5960}"/>
          </ac:spMkLst>
        </pc:spChg>
        <pc:picChg chg="mod">
          <ac:chgData name="anoop garige" userId="012cbd856a36579b" providerId="LiveId" clId="{CF7305FE-191B-453B-A759-92CF5F462073}" dt="2026-08-05T18:45:55.794" v="837"/>
          <ac:picMkLst>
            <pc:docMk/>
            <pc:sldMk cId="2849703120" sldId="259"/>
            <ac:picMk id="4" creationId="{76C23B78-C811-4F53-906A-60C40E66BA5F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6:02.088" v="838"/>
        <pc:sldMkLst>
          <pc:docMk/>
          <pc:sldMk cId="326418227" sldId="260"/>
        </pc:sldMkLst>
        <pc:spChg chg="del mod ord">
          <ac:chgData name="anoop garige" userId="012cbd856a36579b" providerId="LiveId" clId="{CF7305FE-191B-453B-A759-92CF5F462073}" dt="2026-08-04T15:28:12.929" v="19" actId="700"/>
          <ac:spMkLst>
            <pc:docMk/>
            <pc:sldMk cId="326418227" sldId="260"/>
            <ac:spMk id="2" creationId="{6DC1B549-882C-3ECC-A608-951AC446BD4C}"/>
          </ac:spMkLst>
        </pc:spChg>
        <pc:spChg chg="mod ord">
          <ac:chgData name="anoop garige" userId="012cbd856a36579b" providerId="LiveId" clId="{CF7305FE-191B-453B-A759-92CF5F462073}" dt="2026-08-05T15:47:06.698" v="690" actId="20577"/>
          <ac:spMkLst>
            <pc:docMk/>
            <pc:sldMk cId="326418227" sldId="260"/>
            <ac:spMk id="3" creationId="{5A8F0430-6CC7-913F-211C-D91C460626BA}"/>
          </ac:spMkLst>
        </pc:spChg>
        <pc:spChg chg="add mod ord">
          <ac:chgData name="anoop garige" userId="012cbd856a36579b" providerId="LiveId" clId="{CF7305FE-191B-453B-A759-92CF5F462073}" dt="2026-08-04T15:41:21.176" v="158" actId="20577"/>
          <ac:spMkLst>
            <pc:docMk/>
            <pc:sldMk cId="326418227" sldId="260"/>
            <ac:spMk id="5" creationId="{F17948EA-CEAF-333B-A779-A2EA71AB36B0}"/>
          </ac:spMkLst>
        </pc:spChg>
        <pc:picChg chg="mod">
          <ac:chgData name="anoop garige" userId="012cbd856a36579b" providerId="LiveId" clId="{CF7305FE-191B-453B-A759-92CF5F462073}" dt="2026-08-05T18:46:02.088" v="838"/>
          <ac:picMkLst>
            <pc:docMk/>
            <pc:sldMk cId="326418227" sldId="260"/>
            <ac:picMk id="4" creationId="{871A02D1-A2C8-A1A5-D05F-1823275A8C06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6:09.512" v="839"/>
        <pc:sldMkLst>
          <pc:docMk/>
          <pc:sldMk cId="648353683" sldId="261"/>
        </pc:sldMkLst>
        <pc:spChg chg="del mod ord">
          <ac:chgData name="anoop garige" userId="012cbd856a36579b" providerId="LiveId" clId="{CF7305FE-191B-453B-A759-92CF5F462073}" dt="2026-08-04T15:28:21.948" v="21" actId="700"/>
          <ac:spMkLst>
            <pc:docMk/>
            <pc:sldMk cId="648353683" sldId="261"/>
            <ac:spMk id="2" creationId="{85B44149-223B-6028-0403-3122B031A06B}"/>
          </ac:spMkLst>
        </pc:spChg>
        <pc:spChg chg="mod ord">
          <ac:chgData name="anoop garige" userId="012cbd856a36579b" providerId="LiveId" clId="{CF7305FE-191B-453B-A759-92CF5F462073}" dt="2026-08-05T14:53:11.285" v="656" actId="12"/>
          <ac:spMkLst>
            <pc:docMk/>
            <pc:sldMk cId="648353683" sldId="261"/>
            <ac:spMk id="3" creationId="{C2406FD9-82E6-799F-0F99-0CABA6898225}"/>
          </ac:spMkLst>
        </pc:spChg>
        <pc:spChg chg="add mod ord">
          <ac:chgData name="anoop garige" userId="012cbd856a36579b" providerId="LiveId" clId="{CF7305FE-191B-453B-A759-92CF5F462073}" dt="2026-08-04T15:54:21.438" v="216" actId="113"/>
          <ac:spMkLst>
            <pc:docMk/>
            <pc:sldMk cId="648353683" sldId="261"/>
            <ac:spMk id="5" creationId="{7AC5D9CC-3132-1325-51CC-D00A2B665547}"/>
          </ac:spMkLst>
        </pc:spChg>
        <pc:picChg chg="mod">
          <ac:chgData name="anoop garige" userId="012cbd856a36579b" providerId="LiveId" clId="{CF7305FE-191B-453B-A759-92CF5F462073}" dt="2026-08-05T18:46:09.512" v="839"/>
          <ac:picMkLst>
            <pc:docMk/>
            <pc:sldMk cId="648353683" sldId="261"/>
            <ac:picMk id="4" creationId="{5838727B-340A-E173-85C2-FF2A059A80F2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6:16.373" v="840"/>
        <pc:sldMkLst>
          <pc:docMk/>
          <pc:sldMk cId="2053344319" sldId="262"/>
        </pc:sldMkLst>
        <pc:spChg chg="del mod ord">
          <ac:chgData name="anoop garige" userId="012cbd856a36579b" providerId="LiveId" clId="{CF7305FE-191B-453B-A759-92CF5F462073}" dt="2026-08-04T15:28:31.309" v="23" actId="700"/>
          <ac:spMkLst>
            <pc:docMk/>
            <pc:sldMk cId="2053344319" sldId="262"/>
            <ac:spMk id="2" creationId="{BC8B9C4F-00D9-12F6-F951-1C701945DF44}"/>
          </ac:spMkLst>
        </pc:spChg>
        <pc:spChg chg="mod ord">
          <ac:chgData name="anoop garige" userId="012cbd856a36579b" providerId="LiveId" clId="{CF7305FE-191B-453B-A759-92CF5F462073}" dt="2026-08-05T14:53:17.462" v="657" actId="12"/>
          <ac:spMkLst>
            <pc:docMk/>
            <pc:sldMk cId="2053344319" sldId="262"/>
            <ac:spMk id="3" creationId="{948C9D9E-77E1-58D6-E7EF-C317686373EA}"/>
          </ac:spMkLst>
        </pc:spChg>
        <pc:spChg chg="add mod ord">
          <ac:chgData name="anoop garige" userId="012cbd856a36579b" providerId="LiveId" clId="{CF7305FE-191B-453B-A759-92CF5F462073}" dt="2026-08-04T15:54:27.776" v="217" actId="113"/>
          <ac:spMkLst>
            <pc:docMk/>
            <pc:sldMk cId="2053344319" sldId="262"/>
            <ac:spMk id="5" creationId="{747A2CCE-EF1E-A441-0778-37D05ABD935E}"/>
          </ac:spMkLst>
        </pc:spChg>
        <pc:picChg chg="mod">
          <ac:chgData name="anoop garige" userId="012cbd856a36579b" providerId="LiveId" clId="{CF7305FE-191B-453B-A759-92CF5F462073}" dt="2026-08-05T18:46:16.373" v="840"/>
          <ac:picMkLst>
            <pc:docMk/>
            <pc:sldMk cId="2053344319" sldId="262"/>
            <ac:picMk id="4" creationId="{C340AA12-8CD8-178B-65B7-28BB3F165F3A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5:48.635" v="836"/>
        <pc:sldMkLst>
          <pc:docMk/>
          <pc:sldMk cId="852174517" sldId="263"/>
        </pc:sldMkLst>
        <pc:spChg chg="del mod ord">
          <ac:chgData name="anoop garige" userId="012cbd856a36579b" providerId="LiveId" clId="{CF7305FE-191B-453B-A759-92CF5F462073}" dt="2026-08-04T15:27:54.660" v="15" actId="700"/>
          <ac:spMkLst>
            <pc:docMk/>
            <pc:sldMk cId="852174517" sldId="263"/>
            <ac:spMk id="2" creationId="{0D5B59A8-334C-C42F-7C4C-A5CE8D00A934}"/>
          </ac:spMkLst>
        </pc:spChg>
        <pc:spChg chg="mod ord">
          <ac:chgData name="anoop garige" userId="012cbd856a36579b" providerId="LiveId" clId="{CF7305FE-191B-453B-A759-92CF5F462073}" dt="2026-08-05T14:52:46.821" v="653" actId="12"/>
          <ac:spMkLst>
            <pc:docMk/>
            <pc:sldMk cId="852174517" sldId="263"/>
            <ac:spMk id="3" creationId="{05AEE0D4-D07D-E7A9-675F-D9F05F8054AD}"/>
          </ac:spMkLst>
        </pc:spChg>
        <pc:spChg chg="add mod ord">
          <ac:chgData name="anoop garige" userId="012cbd856a36579b" providerId="LiveId" clId="{CF7305FE-191B-453B-A759-92CF5F462073}" dt="2026-08-04T16:10:05.068" v="252" actId="113"/>
          <ac:spMkLst>
            <pc:docMk/>
            <pc:sldMk cId="852174517" sldId="263"/>
            <ac:spMk id="5" creationId="{7DB47E98-975E-F958-0E78-55BBB8C869CB}"/>
          </ac:spMkLst>
        </pc:spChg>
        <pc:picChg chg="mod">
          <ac:chgData name="anoop garige" userId="012cbd856a36579b" providerId="LiveId" clId="{CF7305FE-191B-453B-A759-92CF5F462073}" dt="2026-08-05T18:45:48.635" v="836"/>
          <ac:picMkLst>
            <pc:docMk/>
            <pc:sldMk cId="852174517" sldId="263"/>
            <ac:picMk id="4" creationId="{A271AAA2-0810-9782-CF70-9212B33B0CA6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5:41.603" v="835"/>
        <pc:sldMkLst>
          <pc:docMk/>
          <pc:sldMk cId="3115285939" sldId="264"/>
        </pc:sldMkLst>
        <pc:spChg chg="del mod ord">
          <ac:chgData name="anoop garige" userId="012cbd856a36579b" providerId="LiveId" clId="{CF7305FE-191B-453B-A759-92CF5F462073}" dt="2026-08-04T15:27:43.864" v="13" actId="700"/>
          <ac:spMkLst>
            <pc:docMk/>
            <pc:sldMk cId="3115285939" sldId="264"/>
            <ac:spMk id="2" creationId="{510828A7-B023-4C2C-CF23-EFD55EBA174A}"/>
          </ac:spMkLst>
        </pc:spChg>
        <pc:spChg chg="mod ord">
          <ac:chgData name="anoop garige" userId="012cbd856a36579b" providerId="LiveId" clId="{CF7305FE-191B-453B-A759-92CF5F462073}" dt="2026-08-05T14:40:05.295" v="648" actId="12"/>
          <ac:spMkLst>
            <pc:docMk/>
            <pc:sldMk cId="3115285939" sldId="264"/>
            <ac:spMk id="3" creationId="{B707E0DB-D026-6E3D-535B-6732E4AF6C11}"/>
          </ac:spMkLst>
        </pc:spChg>
        <pc:spChg chg="add mod ord">
          <ac:chgData name="anoop garige" userId="012cbd856a36579b" providerId="LiveId" clId="{CF7305FE-191B-453B-A759-92CF5F462073}" dt="2026-08-04T16:09:50.483" v="250" actId="14100"/>
          <ac:spMkLst>
            <pc:docMk/>
            <pc:sldMk cId="3115285939" sldId="264"/>
            <ac:spMk id="5" creationId="{4446C65F-266F-4B62-0D40-CC72EAFA5811}"/>
          </ac:spMkLst>
        </pc:spChg>
        <pc:picChg chg="mod">
          <ac:chgData name="anoop garige" userId="012cbd856a36579b" providerId="LiveId" clId="{CF7305FE-191B-453B-A759-92CF5F462073}" dt="2026-08-05T18:45:41.603" v="835"/>
          <ac:picMkLst>
            <pc:docMk/>
            <pc:sldMk cId="3115285939" sldId="264"/>
            <ac:picMk id="4" creationId="{5E990B71-0417-B205-B71D-6892ECC132D5}"/>
          </ac:picMkLst>
        </pc:picChg>
      </pc:sldChg>
      <pc:sldChg chg="addSp delSp modSp mod setBg chgLayout">
        <pc:chgData name="anoop garige" userId="012cbd856a36579b" providerId="LiveId" clId="{CF7305FE-191B-453B-A759-92CF5F462073}" dt="2026-08-05T18:45:33.178" v="834"/>
        <pc:sldMkLst>
          <pc:docMk/>
          <pc:sldMk cId="3435880399" sldId="265"/>
        </pc:sldMkLst>
        <pc:spChg chg="del mod ord">
          <ac:chgData name="anoop garige" userId="012cbd856a36579b" providerId="LiveId" clId="{CF7305FE-191B-453B-A759-92CF5F462073}" dt="2026-08-04T15:26:58.089" v="3" actId="700"/>
          <ac:spMkLst>
            <pc:docMk/>
            <pc:sldMk cId="3435880399" sldId="265"/>
            <ac:spMk id="2" creationId="{9DEBC8CE-8E84-2784-497C-76E800769886}"/>
          </ac:spMkLst>
        </pc:spChg>
        <pc:spChg chg="mod ord">
          <ac:chgData name="anoop garige" userId="012cbd856a36579b" providerId="LiveId" clId="{CF7305FE-191B-453B-A759-92CF5F462073}" dt="2026-08-05T14:43:00.950" v="652" actId="1076"/>
          <ac:spMkLst>
            <pc:docMk/>
            <pc:sldMk cId="3435880399" sldId="265"/>
            <ac:spMk id="3" creationId="{BCABB564-37B2-2FE2-436A-4A19FD5B4914}"/>
          </ac:spMkLst>
        </pc:spChg>
        <pc:spChg chg="add mod ord">
          <ac:chgData name="anoop garige" userId="012cbd856a36579b" providerId="LiveId" clId="{CF7305FE-191B-453B-A759-92CF5F462073}" dt="2026-08-04T15:30:14.428" v="65" actId="20577"/>
          <ac:spMkLst>
            <pc:docMk/>
            <pc:sldMk cId="3435880399" sldId="265"/>
            <ac:spMk id="5" creationId="{CA494857-8E02-269D-7122-46BAED2A77F0}"/>
          </ac:spMkLst>
        </pc:spChg>
        <pc:picChg chg="mod">
          <ac:chgData name="anoop garige" userId="012cbd856a36579b" providerId="LiveId" clId="{CF7305FE-191B-453B-A759-92CF5F462073}" dt="2026-08-05T18:45:33.178" v="834"/>
          <ac:picMkLst>
            <pc:docMk/>
            <pc:sldMk cId="3435880399" sldId="265"/>
            <ac:picMk id="4" creationId="{0BE31647-9430-4EF8-D25D-6F92B997DCBB}"/>
          </ac:picMkLst>
        </pc:picChg>
      </pc:sldChg>
      <pc:sldChg chg="modSp mod setBg">
        <pc:chgData name="anoop garige" userId="012cbd856a36579b" providerId="LiveId" clId="{CF7305FE-191B-453B-A759-92CF5F462073}" dt="2026-08-05T18:45:23.785" v="833"/>
        <pc:sldMkLst>
          <pc:docMk/>
          <pc:sldMk cId="1631640091" sldId="266"/>
        </pc:sldMkLst>
        <pc:spChg chg="mod">
          <ac:chgData name="anoop garige" userId="012cbd856a36579b" providerId="LiveId" clId="{CF7305FE-191B-453B-A759-92CF5F462073}" dt="2026-08-05T14:39:22.727" v="646" actId="12"/>
          <ac:spMkLst>
            <pc:docMk/>
            <pc:sldMk cId="1631640091" sldId="266"/>
            <ac:spMk id="3" creationId="{1475B3D9-1587-70C3-2398-27470380CF55}"/>
          </ac:spMkLst>
        </pc:spChg>
        <pc:spChg chg="mod">
          <ac:chgData name="anoop garige" userId="012cbd856a36579b" providerId="LiveId" clId="{CF7305FE-191B-453B-A759-92CF5F462073}" dt="2026-08-05T14:35:15.582" v="629" actId="20577"/>
          <ac:spMkLst>
            <pc:docMk/>
            <pc:sldMk cId="1631640091" sldId="266"/>
            <ac:spMk id="5" creationId="{8FAB073F-FD7F-D130-F05D-2F5E70B122B9}"/>
          </ac:spMkLst>
        </pc:spChg>
        <pc:picChg chg="mod">
          <ac:chgData name="anoop garige" userId="012cbd856a36579b" providerId="LiveId" clId="{CF7305FE-191B-453B-A759-92CF5F462073}" dt="2026-08-05T18:45:23.785" v="833"/>
          <ac:picMkLst>
            <pc:docMk/>
            <pc:sldMk cId="1631640091" sldId="266"/>
            <ac:picMk id="4" creationId="{684318FE-92F1-4449-6640-06A4A170604B}"/>
          </ac:picMkLst>
        </pc:picChg>
      </pc:sldChg>
      <pc:sldChg chg="modSp mod setBg">
        <pc:chgData name="anoop garige" userId="012cbd856a36579b" providerId="LiveId" clId="{CF7305FE-191B-453B-A759-92CF5F462073}" dt="2026-08-05T18:45:16.546" v="832"/>
        <pc:sldMkLst>
          <pc:docMk/>
          <pc:sldMk cId="1041545864" sldId="267"/>
        </pc:sldMkLst>
        <pc:spChg chg="mod">
          <ac:chgData name="anoop garige" userId="012cbd856a36579b" providerId="LiveId" clId="{CF7305FE-191B-453B-A759-92CF5F462073}" dt="2026-08-05T14:42:46.148" v="651" actId="1076"/>
          <ac:spMkLst>
            <pc:docMk/>
            <pc:sldMk cId="1041545864" sldId="267"/>
            <ac:spMk id="3" creationId="{5FCA4E63-F0AB-4735-D510-EE165433BA9A}"/>
          </ac:spMkLst>
        </pc:spChg>
        <pc:spChg chg="mod">
          <ac:chgData name="anoop garige" userId="012cbd856a36579b" providerId="LiveId" clId="{CF7305FE-191B-453B-A759-92CF5F462073}" dt="2026-08-05T14:33:58.728" v="622" actId="20577"/>
          <ac:spMkLst>
            <pc:docMk/>
            <pc:sldMk cId="1041545864" sldId="267"/>
            <ac:spMk id="5" creationId="{C662117F-480D-ECA0-0B45-8B0909DCD0AB}"/>
          </ac:spMkLst>
        </pc:spChg>
        <pc:picChg chg="mod">
          <ac:chgData name="anoop garige" userId="012cbd856a36579b" providerId="LiveId" clId="{CF7305FE-191B-453B-A759-92CF5F462073}" dt="2026-08-05T18:45:16.546" v="832"/>
          <ac:picMkLst>
            <pc:docMk/>
            <pc:sldMk cId="1041545864" sldId="267"/>
            <ac:picMk id="4" creationId="{B9BC75D4-6F8A-A130-31CB-DBBA5F17C877}"/>
          </ac:picMkLst>
        </pc:picChg>
      </pc:sldChg>
      <pc:sldMasterChg chg="setBg modSldLayout">
        <pc:chgData name="anoop garige" userId="012cbd856a36579b" providerId="LiveId" clId="{CF7305FE-191B-453B-A759-92CF5F462073}" dt="2026-08-05T14:27:55.083" v="554"/>
        <pc:sldMasterMkLst>
          <pc:docMk/>
          <pc:sldMasterMk cId="3982102890" sldId="2147483673"/>
        </pc:sldMasterMkLst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4113367209" sldId="2147483662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2829694128" sldId="2147483663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1028258969" sldId="2147483664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2998996681" sldId="2147483665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560517465" sldId="2147483666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3975524104" sldId="2147483667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509058458" sldId="2147483668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307608793" sldId="2147483669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1787456359" sldId="2147483670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696514223" sldId="2147483671"/>
          </pc:sldLayoutMkLst>
        </pc:sldLayoutChg>
        <pc:sldLayoutChg chg="setBg">
          <pc:chgData name="anoop garige" userId="012cbd856a36579b" providerId="LiveId" clId="{CF7305FE-191B-453B-A759-92CF5F462073}" dt="2026-08-05T14:27:55.083" v="554"/>
          <pc:sldLayoutMkLst>
            <pc:docMk/>
            <pc:sldMasterMk cId="3982102890" sldId="2147483673"/>
            <pc:sldLayoutMk cId="1188138588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5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5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1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3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1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6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9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5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9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52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1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025F6-14AD-6589-F771-12B26D949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7F249-126F-B33E-2A6F-561B94CDC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 fontScale="90000"/>
          </a:bodyPr>
          <a:lstStyle/>
          <a:p>
            <a:r>
              <a:rPr lang="en-US" sz="4800" dirty="0"/>
              <a:t>GPP-Good</a:t>
            </a:r>
            <a:br>
              <a:rPr lang="en-US" sz="4800" dirty="0"/>
            </a:br>
            <a:r>
              <a:rPr lang="en-US" sz="4800" dirty="0"/>
              <a:t>Programming Practice Reviewer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2442E-E558-BCB3-DF29-A956B20BA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 fontScale="55000" lnSpcReduction="20000"/>
          </a:bodyPr>
          <a:lstStyle/>
          <a:p>
            <a:r>
              <a:rPr lang="en-US" sz="2000" dirty="0"/>
              <a:t>An open-source, zero-cost LLM agent that reviews python code and explains why, citing the actual standard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77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E216-F752-05B7-46E0-247D82069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FF0089-0722-FE4E-0824-7447F5E4C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1782F-A28D-6E6F-D6F5-A95ABDE6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812799"/>
          </a:xfrm>
        </p:spPr>
        <p:txBody>
          <a:bodyPr anchor="t"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Beginners don't get feedback that explains itself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053C0F-A1ED-1763-81B1-F015D855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252472"/>
            <a:ext cx="10890928" cy="3566160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Manual code review doesn't scale — mentors can't review every beginner's code, every time.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Generic linters flag what's wrong (style, syntax) but never explain why in plain language.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>
                <a:solidFill>
                  <a:schemeClr val="bg1"/>
                </a:solidFill>
              </a:rPr>
              <a:t>Result</a:t>
            </a:r>
            <a:r>
              <a:rPr lang="en-US" b="1" dirty="0">
                <a:solidFill>
                  <a:schemeClr val="bg1"/>
                </a:solidFill>
              </a:rPr>
              <a:t>: bad practices get repeated because no one connects the rule to the reasoning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172E-5426-B583-D057-9F8B61DD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FA441C-3020-256F-1AC4-6A78B2602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-59267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2B3605C-526E-7187-938C-FE2EA192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6" y="1233423"/>
            <a:ext cx="10890929" cy="699347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What this project intention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47717-BC0F-13A7-F7E9-24752F53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2210817"/>
            <a:ext cx="10890928" cy="3566160"/>
          </a:xfrm>
        </p:spPr>
        <p:txBody>
          <a:bodyPr>
            <a:normAutofit fontScale="92500"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</a:rPr>
              <a:t>An open-source, zero-cost LLM agent that reviews python code and explains why(reasoning), citing the actual standard</a:t>
            </a:r>
            <a:r>
              <a:rPr lang="en-US" b="1" dirty="0">
                <a:solidFill>
                  <a:schemeClr val="bg1"/>
                </a:solidFill>
              </a:rPr>
              <a:t>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Build a working end-to-end GenAI agent using only open-source models and free infrastructure.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Demonstrate the full GenAI stack in one real project: prompting → RAG → tool calling → agent orchestration → evaluation.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Ship a genuinely usable tool, not a toy demo.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Produce a portfolio-ready case study and practice professional delivery (proposal, BRD, deck, managed GitHub repo).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8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628C9-1C7D-81D3-CCF6-59F8F96A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BC75D4-6F8A-A130-31CB-DBBA5F17C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662117F-480D-ECA0-0B45-8B0909DC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What's in, what's out (Not to include)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A4E63-F0AB-4735-D510-EE165433B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3" y="2328672"/>
            <a:ext cx="10890928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In scope: Python code review across naming, structure, readability, documentation, and basic security smells; CLI interface; optional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Out of scope (v1): other languages, any paid/proprietary model as the core engine, enterprise deployment / CI-CD / multi-user hosting.</a:t>
            </a:r>
          </a:p>
          <a:p>
            <a:br>
              <a:rPr lang="en-US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545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B8E9-9633-C33C-1E20-9647D852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4318FE-92F1-4449-6640-06A4A1706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AB073F-FD7F-D130-F05D-2F5E70B1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27" y="1117600"/>
            <a:ext cx="10890929" cy="119888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How GPP works — Ground truth + LLM reasoning</a:t>
            </a:r>
            <a:br>
              <a:rPr lang="en-US" b="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5B3D9-1587-70C3-2398-27470380C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Input — Python file/snippet via CLI or UI.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Static analysis — a real linter flake8 runs first, producing objective, ground-truth issues.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Retrieval (RAG) — relevant style-guide sections (PEP8, clean-code) pulled from a local vector store.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Reasoning (LLM agent) — an open code model fuses linter output + retrieved guideline + the code into plain-English feedback and a fix.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Output — a scorecard with explanations and a before/after diff.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640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2224-8E67-FBE2-2A66-BBCB2906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E31647-9430-4EF8-D25D-6F92B997D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494857-8E02-269D-7122-46BAED2A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Agent Loop(why </a:t>
            </a:r>
            <a:r>
              <a:rPr lang="en-US" dirty="0" err="1">
                <a:solidFill>
                  <a:schemeClr val="bg1"/>
                </a:solidFill>
              </a:rPr>
              <a:t>langrapgh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BB564-37B2-2FE2-436A-4A19FD5B4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3" y="2387939"/>
            <a:ext cx="10890928" cy="3566160"/>
          </a:xfrm>
        </p:spPr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Built as a Lang Graph agent so reasoning can </a:t>
            </a:r>
            <a:r>
              <a:rPr lang="en-US" b="1" i="1" dirty="0">
                <a:solidFill>
                  <a:schemeClr val="bg1"/>
                </a:solidFill>
              </a:rPr>
              <a:t>loop</a:t>
            </a:r>
            <a:r>
              <a:rPr lang="en-US" b="1" dirty="0">
                <a:solidFill>
                  <a:schemeClr val="bg1"/>
                </a:solidFill>
              </a:rPr>
              <a:t>: suggest a fix → re-run the linter on the fix → repeat.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Stops only when the code is clean or a max-iteration cap is hit (so it never loops forever).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This is the difference between "a prompt" and "an agent" — a control flow with tools, state, and a termination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3435880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B7B49-C236-2B05-57DA-BEC6C499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90B71-0417-B205-B71D-6892ECC13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446C65F-266F-4B62-0D40-CC72EAFA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77893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7E0DB-D026-6E3D-535B-6732E4AF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LLMs (code-capable): </a:t>
            </a:r>
            <a:r>
              <a:rPr lang="en-US" b="1" dirty="0" err="1">
                <a:solidFill>
                  <a:schemeClr val="bg1"/>
                </a:solidFill>
              </a:rPr>
              <a:t>CodeLlama</a:t>
            </a:r>
            <a:r>
              <a:rPr lang="en-US" b="1" dirty="0">
                <a:solidFill>
                  <a:schemeClr val="bg1"/>
                </a:solidFill>
              </a:rPr>
              <a:t> / DeepSeek-Coder / StarCoder2 / Qwen2.5-Coder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Hosting: </a:t>
            </a:r>
            <a:r>
              <a:rPr lang="en-US" b="1" dirty="0" err="1">
                <a:solidFill>
                  <a:schemeClr val="bg1"/>
                </a:solidFill>
              </a:rPr>
              <a:t>Ollama</a:t>
            </a:r>
            <a:r>
              <a:rPr lang="en-US" b="1" dirty="0">
                <a:solidFill>
                  <a:schemeClr val="bg1"/>
                </a:solidFill>
              </a:rPr>
              <a:t> (local) or a free tier serving open models (e.g. </a:t>
            </a:r>
            <a:r>
              <a:rPr lang="en-US" b="1" dirty="0" err="1">
                <a:solidFill>
                  <a:schemeClr val="bg1"/>
                </a:solidFill>
              </a:rPr>
              <a:t>Groq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Agent framework: </a:t>
            </a:r>
            <a:r>
              <a:rPr lang="en-US" b="1" dirty="0" err="1">
                <a:solidFill>
                  <a:schemeClr val="bg1"/>
                </a:solidFill>
              </a:rPr>
              <a:t>LangChain</a:t>
            </a:r>
            <a:r>
              <a:rPr lang="en-US" b="1" dirty="0">
                <a:solidFill>
                  <a:schemeClr val="bg1"/>
                </a:solidFill>
              </a:rPr>
              <a:t> + </a:t>
            </a:r>
            <a:r>
              <a:rPr lang="en-US" b="1" dirty="0" err="1">
                <a:solidFill>
                  <a:schemeClr val="bg1"/>
                </a:solidFill>
              </a:rPr>
              <a:t>LangGraph</a:t>
            </a:r>
            <a:endParaRPr lang="en-US" b="1" dirty="0">
              <a:solidFill>
                <a:schemeClr val="bg1"/>
              </a:solidFill>
            </a:endParaRP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Vector store: Chroma or FAISS (local)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Linters: </a:t>
            </a:r>
            <a:r>
              <a:rPr lang="en-US" b="1" dirty="0" err="1">
                <a:solidFill>
                  <a:schemeClr val="bg1"/>
                </a:solidFill>
              </a:rPr>
              <a:t>pylint</a:t>
            </a:r>
            <a:r>
              <a:rPr lang="en-US" b="1" dirty="0">
                <a:solidFill>
                  <a:schemeClr val="bg1"/>
                </a:solidFill>
              </a:rPr>
              <a:t>, flake8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Version control / PM: GitHub — Issues, PRs, Projects board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285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0CB0-BA1A-7EF6-C722-B2CD9C9D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71AAA2-0810-9782-CF70-9212B33B0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DB47E98-975E-F958-0E78-55BBB8C8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8127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Built incrementally, one capability per milestone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EE0D4-D07D-E7A9-675F-D9F05F805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bg1"/>
                </a:solidFill>
              </a:rPr>
              <a:t>Wk</a:t>
            </a:r>
            <a:r>
              <a:rPr lang="en-US" b="1" dirty="0">
                <a:solidFill>
                  <a:schemeClr val="bg1"/>
                </a:solidFill>
              </a:rPr>
              <a:t> 1: Prompt-only reviewer — code in, feedback out, no tools.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bg1"/>
                </a:solidFill>
              </a:rPr>
              <a:t>Wk</a:t>
            </a:r>
            <a:r>
              <a:rPr lang="en-US" b="1" dirty="0">
                <a:solidFill>
                  <a:schemeClr val="bg1"/>
                </a:solidFill>
              </a:rPr>
              <a:t> 2: Real linter wired in as a subprocess; output fed into the prompt.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bg1"/>
                </a:solidFill>
              </a:rPr>
              <a:t>Wk</a:t>
            </a:r>
            <a:r>
              <a:rPr lang="en-US" b="1" dirty="0">
                <a:solidFill>
                  <a:schemeClr val="bg1"/>
                </a:solidFill>
              </a:rPr>
              <a:t> 3: RAG layer over 2–3 style-guide documents.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bg1"/>
                </a:solidFill>
              </a:rPr>
              <a:t>Wk</a:t>
            </a:r>
            <a:r>
              <a:rPr lang="en-US" b="1" dirty="0">
                <a:solidFill>
                  <a:schemeClr val="bg1"/>
                </a:solidFill>
              </a:rPr>
              <a:t> 4–5: Rebuilt as a </a:t>
            </a:r>
            <a:r>
              <a:rPr lang="en-US" b="1" dirty="0" err="1">
                <a:solidFill>
                  <a:schemeClr val="bg1"/>
                </a:solidFill>
              </a:rPr>
              <a:t>LangGraph</a:t>
            </a:r>
            <a:r>
              <a:rPr lang="en-US" b="1" dirty="0">
                <a:solidFill>
                  <a:schemeClr val="bg1"/>
                </a:solidFill>
              </a:rPr>
              <a:t> agent with iterate-until-clean loop.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bg1"/>
                </a:solidFill>
              </a:rPr>
              <a:t>Wk</a:t>
            </a:r>
            <a:r>
              <a:rPr lang="en-US" b="1" dirty="0">
                <a:solidFill>
                  <a:schemeClr val="bg1"/>
                </a:solidFill>
              </a:rPr>
              <a:t> 6 : Scorecard, evaluation against sample files, CLI/UI polish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174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695DE-A19D-D2A9-C6EE-F1413BB7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C23B78-C811-4F53-906A-60C40E66B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E0A9FC6-72EF-BFEB-5F16-790D404D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See it work on real messy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1A616-5F96-0985-48A6-3FD77265E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Show a genuinely messy snippet (bad names, no docstring).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Show GPP's output: the flagged issue, the </a:t>
            </a:r>
            <a:r>
              <a:rPr lang="en-US" b="1" i="1" dirty="0">
                <a:solidFill>
                  <a:schemeClr val="bg1"/>
                </a:solidFill>
              </a:rPr>
              <a:t>cited standard</a:t>
            </a:r>
            <a:r>
              <a:rPr lang="en-US" b="1" dirty="0">
                <a:solidFill>
                  <a:schemeClr val="bg1"/>
                </a:solidFill>
              </a:rPr>
              <a:t> (e.g. PEP8 naming, clean-code), the plain-English why, and the refactored fix.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Show the before/after diff side by side.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703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939A-AD93-2963-B6A8-29EAC757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A02D1-A2C8-A1A5-D05F-1823275A8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17948EA-CEAF-333B-A779-A2EA71AB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Does it actually catch what it should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F0430-6CC7-913F-211C-D91C46062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Test set: intentionally-messy files with </a:t>
            </a:r>
            <a:r>
              <a:rPr lang="en-US" b="1" i="1" dirty="0">
                <a:solidFill>
                  <a:schemeClr val="bg1"/>
                </a:solidFill>
              </a:rPr>
              <a:t>known</a:t>
            </a:r>
            <a:r>
              <a:rPr lang="en-US" b="1" dirty="0">
                <a:solidFill>
                  <a:schemeClr val="bg1"/>
                </a:solidFill>
              </a:rPr>
              <a:t> issues (bad naming, missing docs, unsafe patterns).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Metrics to report: issue detection (did it catch the known problems?), citation accuracy (did it cite the correct </a:t>
            </a:r>
            <a:r>
              <a:rPr lang="en-US" b="1">
                <a:solidFill>
                  <a:schemeClr val="bg1"/>
                </a:solidFill>
              </a:rPr>
              <a:t>rule?)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>
                <a:solidFill>
                  <a:schemeClr val="bg1"/>
                </a:solidFill>
              </a:rPr>
              <a:t>Report </a:t>
            </a:r>
            <a:r>
              <a:rPr lang="en-US" b="1" dirty="0">
                <a:solidFill>
                  <a:schemeClr val="bg1"/>
                </a:solidFill>
              </a:rPr>
              <a:t>honest numbers — a "caught 9/10, missed 1" is more credible than a perfect score.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18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5BD07-775A-06BC-8B44-5A715FE6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38727B-340A-E173-85C2-FF2A059A8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AC5D9CC-3132-1325-51CC-D00A2B66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bg1"/>
                </a:solidFill>
              </a:rPr>
              <a:t> </a:t>
            </a:r>
            <a:r>
              <a:rPr lang="en-US" dirty="0">
                <a:solidFill>
                  <a:schemeClr val="bg1"/>
                </a:solidFill>
              </a:rPr>
              <a:t>What was hard, and what I'd tell my past self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06FD9-82E6-799F-0F99-0CABA689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Small open models reason less reliably than large proprietary ones → grounding them in linter output was the key fix.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Local inference is compute-heavy → solved with small quantized models via </a:t>
            </a:r>
            <a:r>
              <a:rPr lang="en-US" b="1" dirty="0" err="1">
                <a:solidFill>
                  <a:schemeClr val="bg1"/>
                </a:solidFill>
              </a:rPr>
              <a:t>Ollama</a:t>
            </a:r>
            <a:r>
              <a:rPr lang="en-US" b="1" dirty="0">
                <a:solidFill>
                  <a:schemeClr val="bg1"/>
                </a:solidFill>
              </a:rPr>
              <a:t>, with a free-tier host as fallback.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Agent loops can run away → a hard max-iteration cap plus a clear "done" condition.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Learning: reliability came from </a:t>
            </a:r>
            <a:r>
              <a:rPr lang="en-US" b="1" i="1" dirty="0">
                <a:solidFill>
                  <a:schemeClr val="bg1"/>
                </a:solidFill>
              </a:rPr>
              <a:t>architecture</a:t>
            </a:r>
            <a:r>
              <a:rPr lang="en-US" b="1" dirty="0">
                <a:solidFill>
                  <a:schemeClr val="bg1"/>
                </a:solidFill>
              </a:rPr>
              <a:t> (deterministic tools + retrieval), not from a bigger model.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353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0324-EDD3-091F-56D5-1835E96B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40AA12-8CD8-178B-65B7-28BB3F165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858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7A2CCE-EF1E-A441-0778-37D05ABD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bg1"/>
                </a:solidFill>
              </a:rPr>
              <a:t> </a:t>
            </a:r>
            <a:r>
              <a:rPr lang="en-US" dirty="0">
                <a:solidFill>
                  <a:schemeClr val="bg1"/>
                </a:solidFill>
              </a:rPr>
              <a:t>How GPP extends beyond v1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C9D9E-77E1-58D6-E7EF-C31768637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Add more languages (architecture was kept language-extensible on purpose).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Deeper security scanning (e.g. integrate a dedicated security linter like Bandit).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CI/CD integration — run GPP as a GitHub Action on pull requests.</a:t>
            </a:r>
          </a:p>
          <a:p>
            <a:pPr lvl="0" fontAlgn="base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Richer UI, multi-file/project-level review, and a feedback history to track a learner's improvement over time.</a:t>
            </a: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44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</TotalTime>
  <Words>839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Grandview Display</vt:lpstr>
      <vt:lpstr>Wingdings</vt:lpstr>
      <vt:lpstr>DashVTI</vt:lpstr>
      <vt:lpstr>GPP-Good Programming Practice Reviewer</vt:lpstr>
      <vt:lpstr>Beginners don't get feedback that explains itself  </vt:lpstr>
      <vt:lpstr>What this project intention </vt:lpstr>
      <vt:lpstr>What's in, what's out (Not to include)</vt:lpstr>
      <vt:lpstr>How GPP works — Ground truth + LLM reasoning  </vt:lpstr>
      <vt:lpstr>The Agent Loop(why langrapgh)</vt:lpstr>
      <vt:lpstr>Tech Stack</vt:lpstr>
      <vt:lpstr>Built incrementally, one capability per milestone</vt:lpstr>
      <vt:lpstr>See it work on real messy code</vt:lpstr>
      <vt:lpstr>Does it actually catch what it should</vt:lpstr>
      <vt:lpstr> What was hard, and what I'd tell my past self</vt:lpstr>
      <vt:lpstr> How GPP extends beyond v1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garige</dc:creator>
  <cp:lastModifiedBy>anoop garige</cp:lastModifiedBy>
  <cp:revision>1</cp:revision>
  <dcterms:created xsi:type="dcterms:W3CDTF">2026-08-04T13:59:03Z</dcterms:created>
  <dcterms:modified xsi:type="dcterms:W3CDTF">2026-08-05T18:48:33Z</dcterms:modified>
</cp:coreProperties>
</file>